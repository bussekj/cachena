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817cdabe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817cdabe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817cdabe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817cdabe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817cdabe3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817cdabe3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817cdabe3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817cdabe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817cdabe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817cdabe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817cdabe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817cdabe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817cdabe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817cdabe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817cdabe3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817cdabe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01503f7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01503f7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mailto:bussekj@mail.uc.edu" TargetMode="External"/><Relationship Id="rId4" Type="http://schemas.openxmlformats.org/officeDocument/2006/relationships/hyperlink" Target="mailto:sloancb@mail.uc.edu" TargetMode="External"/><Relationship Id="rId5" Type="http://schemas.openxmlformats.org/officeDocument/2006/relationships/hyperlink" Target="mailto:sidhuns@mail.uc.edu" TargetMode="External"/><Relationship Id="rId6" Type="http://schemas.openxmlformats.org/officeDocument/2006/relationships/hyperlink" Target="mailto:loudinbk@mail.uc.ed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drive.google.com/file/d/1ftwBuQ5kmpzkhzaDMK_zlzh1gJ8oczXF/view"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Cachena</a:t>
            </a:r>
            <a:endParaRPr/>
          </a:p>
        </p:txBody>
      </p:sp>
      <p:sp>
        <p:nvSpPr>
          <p:cNvPr id="87" name="Google Shape;87;p13"/>
          <p:cNvSpPr txBox="1"/>
          <p:nvPr>
            <p:ph idx="1" type="subTitle"/>
          </p:nvPr>
        </p:nvSpPr>
        <p:spPr>
          <a:xfrm>
            <a:off x="729625" y="3172900"/>
            <a:ext cx="7688100" cy="871800"/>
          </a:xfrm>
          <a:prstGeom prst="rect">
            <a:avLst/>
          </a:prstGeom>
        </p:spPr>
        <p:txBody>
          <a:bodyPr anchorCtr="0" anchor="t" bIns="91425" lIns="91425" spcFirstLastPara="1" rIns="91425" wrap="square" tIns="91425">
            <a:normAutofit fontScale="77500" lnSpcReduction="20000"/>
          </a:bodyPr>
          <a:lstStyle/>
          <a:p>
            <a:pPr indent="-346710" lvl="0" marL="457200" rtl="0" algn="l">
              <a:spcBef>
                <a:spcPts val="0"/>
              </a:spcBef>
              <a:spcAft>
                <a:spcPts val="0"/>
              </a:spcAft>
              <a:buSzPct val="100000"/>
              <a:buChar char="-"/>
            </a:pPr>
            <a:r>
              <a:rPr lang="en" sz="2400"/>
              <a:t>Build a sleek GPS module to locate items</a:t>
            </a:r>
            <a:endParaRPr sz="2400"/>
          </a:p>
          <a:p>
            <a:pPr indent="-346710" lvl="0" marL="457200" rtl="0" algn="l">
              <a:spcBef>
                <a:spcPts val="0"/>
              </a:spcBef>
              <a:spcAft>
                <a:spcPts val="0"/>
              </a:spcAft>
              <a:buSzPct val="100000"/>
              <a:buChar char="-"/>
            </a:pPr>
            <a:r>
              <a:rPr lang="en" sz="2400"/>
              <a:t>Product </a:t>
            </a:r>
            <a:r>
              <a:rPr lang="en" sz="2400"/>
              <a:t>should</a:t>
            </a:r>
            <a:r>
              <a:rPr lang="en" sz="2400"/>
              <a:t> fit into wallets without excess bulk</a:t>
            </a:r>
            <a:endParaRPr sz="2400"/>
          </a:p>
          <a:p>
            <a:pPr indent="-346710" lvl="0" marL="457200" rtl="0" algn="l">
              <a:spcBef>
                <a:spcPts val="0"/>
              </a:spcBef>
              <a:spcAft>
                <a:spcPts val="0"/>
              </a:spcAft>
              <a:buSzPct val="100000"/>
              <a:buChar char="-"/>
            </a:pPr>
            <a:r>
              <a:rPr lang="en" sz="2400"/>
              <a:t>Clean UI for single or multiple device use</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a:t>
            </a:r>
            <a:endParaRPr/>
          </a:p>
        </p:txBody>
      </p:sp>
      <p:sp>
        <p:nvSpPr>
          <p:cNvPr id="93" name="Google Shape;93;p14"/>
          <p:cNvSpPr txBox="1"/>
          <p:nvPr>
            <p:ph idx="1" type="body"/>
          </p:nvPr>
        </p:nvSpPr>
        <p:spPr>
          <a:xfrm>
            <a:off x="729450" y="2078875"/>
            <a:ext cx="7688700" cy="2717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Keegan Hood - </a:t>
            </a:r>
            <a:r>
              <a:rPr lang="en" u="sng">
                <a:solidFill>
                  <a:schemeClr val="hlink"/>
                </a:solidFill>
                <a:hlinkClick r:id="rId3"/>
              </a:rPr>
              <a:t>bussekj@mail.uc.edu</a:t>
            </a:r>
            <a:endParaRPr/>
          </a:p>
          <a:p>
            <a:pPr indent="-311150" lvl="0" marL="457200" rtl="0" algn="l">
              <a:spcBef>
                <a:spcPts val="0"/>
              </a:spcBef>
              <a:spcAft>
                <a:spcPts val="0"/>
              </a:spcAft>
              <a:buSzPts val="1300"/>
              <a:buChar char="●"/>
            </a:pPr>
            <a:r>
              <a:rPr lang="en"/>
              <a:t>Corey Sloan - </a:t>
            </a:r>
            <a:r>
              <a:rPr lang="en" u="sng">
                <a:solidFill>
                  <a:schemeClr val="hlink"/>
                </a:solidFill>
                <a:hlinkClick r:id="rId4"/>
              </a:rPr>
              <a:t>sloancb@mail.uc.edu</a:t>
            </a:r>
            <a:endParaRPr/>
          </a:p>
          <a:p>
            <a:pPr indent="-311150" lvl="0" marL="457200" rtl="0" algn="l">
              <a:spcBef>
                <a:spcPts val="0"/>
              </a:spcBef>
              <a:spcAft>
                <a:spcPts val="0"/>
              </a:spcAft>
              <a:buSzPts val="1300"/>
              <a:buChar char="●"/>
            </a:pPr>
            <a:r>
              <a:rPr lang="en"/>
              <a:t>Nihaal Sidhu - </a:t>
            </a:r>
            <a:r>
              <a:rPr lang="en" u="sng">
                <a:solidFill>
                  <a:schemeClr val="hlink"/>
                </a:solidFill>
                <a:hlinkClick r:id="rId5"/>
              </a:rPr>
              <a:t>sidhuns@mail.uc.edu</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Advisor</a:t>
            </a:r>
            <a:endParaRPr/>
          </a:p>
          <a:p>
            <a:pPr indent="-311150" lvl="0" marL="457200" rtl="0" algn="l">
              <a:spcBef>
                <a:spcPts val="1200"/>
              </a:spcBef>
              <a:spcAft>
                <a:spcPts val="0"/>
              </a:spcAft>
              <a:buSzPts val="1300"/>
              <a:buChar char="●"/>
            </a:pPr>
            <a:r>
              <a:rPr lang="en"/>
              <a:t>Brian Loudin - </a:t>
            </a:r>
            <a:r>
              <a:rPr lang="en" u="sng">
                <a:solidFill>
                  <a:schemeClr val="hlink"/>
                </a:solidFill>
                <a:hlinkClick r:id="rId6"/>
              </a:rPr>
              <a:t>loudinbk@mail.uc.edu</a:t>
            </a:r>
            <a:br>
              <a:rPr lang="en"/>
            </a:b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Abstract</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rPr>
              <a:t>This project focuses on designing a sleek and durable GPS tracking card for personal object monitoring. The device prioritizes usability, offering reliable location data with reasonable certainty and battery life across most environments. Crucially, the system integrates advanced hardware and software security, featuring two-way encryption and mandatory device registration to protect user data from attackers. To address the ethical implications of tracking, a mechanism for device discoverability will be implemented. The project is committed to minimizing environmental impact and using ethically sourced parts, ensuring a responsible and secure solution.</a:t>
            </a:r>
            <a:endParaRPr sz="1100">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idx="4294967295" type="title"/>
          </p:nvPr>
        </p:nvSpPr>
        <p:spPr>
          <a:xfrm>
            <a:off x="934713" y="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Design Diagrams</a:t>
            </a:r>
            <a:endParaRPr/>
          </a:p>
        </p:txBody>
      </p:sp>
      <p:pic>
        <p:nvPicPr>
          <p:cNvPr id="105" name="Google Shape;105;p16" title="gps_module_D2.png"/>
          <p:cNvPicPr preferRelativeResize="0"/>
          <p:nvPr/>
        </p:nvPicPr>
        <p:blipFill>
          <a:blip r:embed="rId3">
            <a:alphaModFix/>
          </a:blip>
          <a:stretch>
            <a:fillRect/>
          </a:stretch>
        </p:blipFill>
        <p:spPr>
          <a:xfrm>
            <a:off x="65250" y="424450"/>
            <a:ext cx="3659380" cy="2294775"/>
          </a:xfrm>
          <a:prstGeom prst="rect">
            <a:avLst/>
          </a:prstGeom>
          <a:noFill/>
          <a:ln>
            <a:noFill/>
          </a:ln>
        </p:spPr>
      </p:pic>
      <p:pic>
        <p:nvPicPr>
          <p:cNvPr id="106" name="Google Shape;106;p16" title="design_diagram_1.png"/>
          <p:cNvPicPr preferRelativeResize="0"/>
          <p:nvPr/>
        </p:nvPicPr>
        <p:blipFill>
          <a:blip r:embed="rId4">
            <a:alphaModFix/>
          </a:blip>
          <a:stretch>
            <a:fillRect/>
          </a:stretch>
        </p:blipFill>
        <p:spPr>
          <a:xfrm>
            <a:off x="0" y="2721500"/>
            <a:ext cx="4170126" cy="2294771"/>
          </a:xfrm>
          <a:prstGeom prst="rect">
            <a:avLst/>
          </a:prstGeom>
          <a:noFill/>
          <a:ln>
            <a:noFill/>
          </a:ln>
        </p:spPr>
      </p:pic>
      <p:pic>
        <p:nvPicPr>
          <p:cNvPr id="107" name="Google Shape;107;p16" title="design_diagram_0.png"/>
          <p:cNvPicPr preferRelativeResize="0"/>
          <p:nvPr/>
        </p:nvPicPr>
        <p:blipFill>
          <a:blip r:embed="rId5">
            <a:alphaModFix/>
          </a:blip>
          <a:stretch>
            <a:fillRect/>
          </a:stretch>
        </p:blipFill>
        <p:spPr>
          <a:xfrm>
            <a:off x="4304982" y="2775738"/>
            <a:ext cx="4839018" cy="2186300"/>
          </a:xfrm>
          <a:prstGeom prst="rect">
            <a:avLst/>
          </a:prstGeom>
          <a:noFill/>
          <a:ln>
            <a:noFill/>
          </a:ln>
        </p:spPr>
      </p:pic>
      <p:pic>
        <p:nvPicPr>
          <p:cNvPr id="108" name="Google Shape;108;p16" title="UI_D2.png"/>
          <p:cNvPicPr preferRelativeResize="0"/>
          <p:nvPr/>
        </p:nvPicPr>
        <p:blipFill>
          <a:blip r:embed="rId6">
            <a:alphaModFix/>
          </a:blip>
          <a:stretch>
            <a:fillRect/>
          </a:stretch>
        </p:blipFill>
        <p:spPr>
          <a:xfrm>
            <a:off x="4170125" y="535200"/>
            <a:ext cx="4973875" cy="19647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idx="1" type="body"/>
          </p:nvPr>
        </p:nvSpPr>
        <p:spPr>
          <a:xfrm>
            <a:off x="729450" y="2078875"/>
            <a:ext cx="7976100" cy="2678400"/>
          </a:xfrm>
          <a:prstGeom prst="rect">
            <a:avLst/>
          </a:prstGeom>
        </p:spPr>
        <p:txBody>
          <a:bodyPr anchorCtr="0" anchor="t" bIns="91425" lIns="91425" spcFirstLastPara="1" rIns="91425" wrap="square" tIns="91425">
            <a:normAutofit fontScale="77500" lnSpcReduction="20000"/>
          </a:bodyPr>
          <a:lstStyle/>
          <a:p>
            <a:pPr indent="0" lvl="0" marL="0" rtl="0" algn="l">
              <a:spcBef>
                <a:spcPts val="900"/>
              </a:spcBef>
              <a:spcAft>
                <a:spcPts val="0"/>
              </a:spcAft>
              <a:buNone/>
            </a:pPr>
            <a:r>
              <a:rPr lang="en" sz="1329">
                <a:solidFill>
                  <a:srgbClr val="333333"/>
                </a:solidFill>
              </a:rPr>
              <a:t>GPS modules are useful to people throughout society. Currently, these systems are implemented in phones, smartwatches, cars and other technology. Implementing a sleek GPS card requires a developer to understand all aspects of the device and its potential uses. A user must be able to monitor their own objects while also following the environmental, ethical, security implications the technology has. If a user wants to track a product, they must be able to find their devices easily and quickly. Our GPS modules must withstand the </a:t>
            </a:r>
            <a:r>
              <a:rPr lang="en" sz="1329">
                <a:solidFill>
                  <a:srgbClr val="333333"/>
                </a:solidFill>
              </a:rPr>
              <a:t>everyday</a:t>
            </a:r>
            <a:r>
              <a:rPr lang="en" sz="1329">
                <a:solidFill>
                  <a:srgbClr val="333333"/>
                </a:solidFill>
              </a:rPr>
              <a:t> wear and tear, and receive a GPS signal with reasonable certainty. The GPS module should have a reasonable battery life to communicate with the application/server. Ethically, these devices can be used to unethically track people and/or objects. This encourages the team to develop a way for people to discover the GPS device. Similarly, security becomes an important aspect because users do not want their data easily captured. Both of these cases require the team to be aware of fraudulent behaviors from both the end user and attackers. The team will need to develop ways to have 2-way encryption and device registration to ensure a GPS module only reports to the correct user. As we develop our project, we fill focus on the usability of the product while minimizing environmental impact and prioritize ethically sourced parts.</a:t>
            </a:r>
            <a:endParaRPr sz="1329">
              <a:solidFill>
                <a:srgbClr val="333333"/>
              </a:solidFill>
            </a:endParaRPr>
          </a:p>
          <a:p>
            <a:pPr indent="0" lvl="0" marL="0" rtl="0" algn="l">
              <a:spcBef>
                <a:spcPts val="900"/>
              </a:spcBef>
              <a:spcAft>
                <a:spcPts val="0"/>
              </a:spcAft>
              <a:buNone/>
            </a:pPr>
            <a:r>
              <a:rPr lang="en" sz="1329">
                <a:solidFill>
                  <a:srgbClr val="333333"/>
                </a:solidFill>
              </a:rPr>
              <a:t>A user must be able to reach their product given most environments while still being protected from other users. Additionally, the application/server must use standard encryption software. Our module must be durable yet light, hardware/software security, and built ethically.</a:t>
            </a:r>
            <a:endParaRPr sz="1329">
              <a:solidFill>
                <a:srgbClr val="333333"/>
              </a:solidFill>
            </a:endParaRPr>
          </a:p>
          <a:p>
            <a:pPr indent="0" lvl="0" marL="0" rtl="0" algn="l">
              <a:spcBef>
                <a:spcPts val="900"/>
              </a:spcBef>
              <a:spcAft>
                <a:spcPts val="1200"/>
              </a:spcAft>
              <a:buNone/>
            </a:pPr>
            <a:r>
              <a:t/>
            </a:r>
            <a:endParaRPr/>
          </a:p>
        </p:txBody>
      </p:sp>
      <p:sp>
        <p:nvSpPr>
          <p:cNvPr id="114" name="Google Shape;114;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Constraints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idx="1" type="body"/>
          </p:nvPr>
        </p:nvSpPr>
        <p:spPr>
          <a:xfrm>
            <a:off x="729450" y="2078875"/>
            <a:ext cx="7976100" cy="2678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Finished ideation and research</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Currently designing GPU </a:t>
            </a:r>
            <a:r>
              <a:rPr lang="en" sz="1600">
                <a:latin typeface="Times New Roman"/>
                <a:ea typeface="Times New Roman"/>
                <a:cs typeface="Times New Roman"/>
                <a:sym typeface="Times New Roman"/>
              </a:rPr>
              <a:t>prototype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CAD</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PCB design</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Decided on framework programming principles</a:t>
            </a:r>
            <a:endParaRPr sz="1600">
              <a:latin typeface="Times New Roman"/>
              <a:ea typeface="Times New Roman"/>
              <a:cs typeface="Times New Roman"/>
              <a:sym typeface="Times New Roman"/>
            </a:endParaRPr>
          </a:p>
          <a:p>
            <a:pPr indent="0" lvl="0" marL="45720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1200"/>
              </a:spcAft>
              <a:buNone/>
            </a:pPr>
            <a:r>
              <a:t/>
            </a:r>
            <a:endParaRPr sz="1600">
              <a:latin typeface="Times New Roman"/>
              <a:ea typeface="Times New Roman"/>
              <a:cs typeface="Times New Roman"/>
              <a:sym typeface="Times New Roman"/>
            </a:endParaRPr>
          </a:p>
        </p:txBody>
      </p:sp>
      <p:sp>
        <p:nvSpPr>
          <p:cNvPr id="120" name="Google Shape;120;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Progress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idx="1" type="body"/>
          </p:nvPr>
        </p:nvSpPr>
        <p:spPr>
          <a:xfrm>
            <a:off x="729450" y="2101045"/>
            <a:ext cx="7976100" cy="2678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Have designed a prototype of GPS module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Prototype reports data to a backend</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GPS constraints are honed</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Self-designed PCB is fabricated</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Developed skeleton front-end UI</a:t>
            </a:r>
            <a:endParaRPr sz="1600">
              <a:latin typeface="Times New Roman"/>
              <a:ea typeface="Times New Roman"/>
              <a:cs typeface="Times New Roman"/>
              <a:sym typeface="Times New Roman"/>
            </a:endParaRPr>
          </a:p>
          <a:p>
            <a:pPr indent="0" lvl="0" marL="457200" rtl="0" algn="l">
              <a:spcBef>
                <a:spcPts val="1200"/>
              </a:spcBef>
              <a:spcAft>
                <a:spcPts val="0"/>
              </a:spcAft>
              <a:buNone/>
            </a:pPr>
            <a:r>
              <a:t/>
            </a:r>
            <a:endParaRPr sz="1600">
              <a:latin typeface="Times New Roman"/>
              <a:ea typeface="Times New Roman"/>
              <a:cs typeface="Times New Roman"/>
              <a:sym typeface="Times New Roman"/>
            </a:endParaRPr>
          </a:p>
          <a:p>
            <a:pPr indent="0" lvl="0" marL="457200" rtl="0" algn="l">
              <a:spcBef>
                <a:spcPts val="1200"/>
              </a:spcBef>
              <a:spcAft>
                <a:spcPts val="1200"/>
              </a:spcAft>
              <a:buNone/>
            </a:pPr>
            <a:r>
              <a:t/>
            </a:r>
            <a:endParaRPr sz="1600">
              <a:latin typeface="Times New Roman"/>
              <a:ea typeface="Times New Roman"/>
              <a:cs typeface="Times New Roman"/>
              <a:sym typeface="Times New Roman"/>
            </a:endParaRPr>
          </a:p>
        </p:txBody>
      </p:sp>
      <p:sp>
        <p:nvSpPr>
          <p:cNvPr id="126" name="Google Shape;126;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Accomplishments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idx="1" type="body"/>
          </p:nvPr>
        </p:nvSpPr>
        <p:spPr>
          <a:xfrm>
            <a:off x="729450" y="2078875"/>
            <a:ext cx="7976100" cy="2678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Keegan Hood - Primary Hardware </a:t>
            </a:r>
            <a:endParaRPr/>
          </a:p>
          <a:p>
            <a:pPr indent="-311150" lvl="0" marL="457200" rtl="0" algn="l">
              <a:spcBef>
                <a:spcPts val="0"/>
              </a:spcBef>
              <a:spcAft>
                <a:spcPts val="0"/>
              </a:spcAft>
              <a:buSzPts val="1300"/>
              <a:buChar char="●"/>
            </a:pPr>
            <a:r>
              <a:rPr lang="en"/>
              <a:t>Corey Sloan - Develop Front-End</a:t>
            </a:r>
            <a:endParaRPr/>
          </a:p>
          <a:p>
            <a:pPr indent="-311150" lvl="0" marL="457200" rtl="0" algn="l">
              <a:spcBef>
                <a:spcPts val="0"/>
              </a:spcBef>
              <a:spcAft>
                <a:spcPts val="0"/>
              </a:spcAft>
              <a:buSzPts val="1300"/>
              <a:buChar char="●"/>
            </a:pPr>
            <a:r>
              <a:rPr lang="en"/>
              <a:t>Nihaal Sidhu - Connect Software to Hardware / Documentation</a:t>
            </a:r>
            <a:endParaRPr/>
          </a:p>
        </p:txBody>
      </p:sp>
      <p:sp>
        <p:nvSpPr>
          <p:cNvPr id="132" name="Google Shape;132;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Division of Work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idx="1" type="body"/>
          </p:nvPr>
        </p:nvSpPr>
        <p:spPr>
          <a:xfrm>
            <a:off x="729450" y="2078875"/>
            <a:ext cx="7976100" cy="2678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Have a working GPS module </a:t>
            </a:r>
            <a:r>
              <a:rPr lang="en" sz="1500">
                <a:latin typeface="Times New Roman"/>
                <a:ea typeface="Times New Roman"/>
                <a:cs typeface="Times New Roman"/>
                <a:sym typeface="Times New Roman"/>
              </a:rPr>
              <a:t>with</a:t>
            </a:r>
            <a:r>
              <a:rPr lang="en" sz="1500">
                <a:latin typeface="Times New Roman"/>
                <a:ea typeface="Times New Roman"/>
                <a:cs typeface="Times New Roman"/>
                <a:sym typeface="Times New Roman"/>
              </a:rPr>
              <a:t> a live demo</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User friendly front end that allows for fleet management</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Proper optimized back-end for current small scale set-up</a:t>
            </a:r>
            <a:endParaRPr sz="1500">
              <a:latin typeface="Times New Roman"/>
              <a:ea typeface="Times New Roman"/>
              <a:cs typeface="Times New Roman"/>
              <a:sym typeface="Times New Roman"/>
            </a:endParaRPr>
          </a:p>
        </p:txBody>
      </p:sp>
      <p:sp>
        <p:nvSpPr>
          <p:cNvPr id="138" name="Google Shape;138;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Demo at Expo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 Video</a:t>
            </a:r>
            <a:endParaRPr/>
          </a:p>
        </p:txBody>
      </p:sp>
      <p:pic>
        <p:nvPicPr>
          <p:cNvPr id="144" name="Google Shape;144;p22" title="assignment9-cachena (1).mp4">
            <a:hlinkClick r:id="rId3"/>
          </p:cNvPr>
          <p:cNvPicPr preferRelativeResize="0"/>
          <p:nvPr/>
        </p:nvPicPr>
        <p:blipFill>
          <a:blip r:embed="rId4">
            <a:alphaModFix/>
          </a:blip>
          <a:stretch>
            <a:fillRect/>
          </a:stretch>
        </p:blipFill>
        <p:spPr>
          <a:xfrm>
            <a:off x="2611312" y="1886550"/>
            <a:ext cx="3921376" cy="2941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